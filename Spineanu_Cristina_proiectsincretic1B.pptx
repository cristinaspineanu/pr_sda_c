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7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0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5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6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3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5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9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1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9456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68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740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01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93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27532-921C-4A97-A2A7-C8E818206D8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08AF54AD-35F2-4CD1-AB7B-064D13656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  <p:sldLayoutId id="2147483961" r:id="rId12"/>
    <p:sldLayoutId id="2147483962" r:id="rId13"/>
    <p:sldLayoutId id="2147483963" r:id="rId14"/>
    <p:sldLayoutId id="2147483964" r:id="rId15"/>
    <p:sldLayoutId id="21474839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520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C33529-E552-45F9-A9A9-102BCB2A9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515" y="758021"/>
            <a:ext cx="5071511" cy="3074617"/>
          </a:xfrm>
        </p:spPr>
        <p:txBody>
          <a:bodyPr anchor="ctr">
            <a:normAutofit/>
          </a:bodyPr>
          <a:lstStyle/>
          <a:p>
            <a:pPr algn="l"/>
            <a:r>
              <a:rPr lang="en-US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 SINCRETIC 1B</a:t>
            </a:r>
          </a:p>
        </p:txBody>
      </p:sp>
      <p:sp>
        <p:nvSpPr>
          <p:cNvPr id="5" name="Freeform: Shape 18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566F0265-10EA-4B54-8FD0-3293EE2121EF}"/>
              </a:ext>
            </a:extLst>
          </p:cNvPr>
          <p:cNvSpPr txBox="1">
            <a:spLocks/>
          </p:cNvSpPr>
          <p:nvPr/>
        </p:nvSpPr>
        <p:spPr>
          <a:xfrm>
            <a:off x="789918" y="3285507"/>
            <a:ext cx="6316807" cy="600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Indrumator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ro-RO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Ș.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 Dr. </a:t>
            </a:r>
            <a:r>
              <a:rPr 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Valer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Bocan</a:t>
            </a:r>
            <a:endParaRPr lang="en-US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99BEEC-9156-4852-BCF8-1D2ECA1200BD}"/>
              </a:ext>
            </a:extLst>
          </p:cNvPr>
          <p:cNvSpPr txBox="1"/>
          <p:nvPr/>
        </p:nvSpPr>
        <p:spPr>
          <a:xfrm>
            <a:off x="753077" y="3832638"/>
            <a:ext cx="611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o-RO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:Spineanu Cristina, an II,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grupa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</a:t>
            </a:r>
          </a:p>
        </p:txBody>
      </p:sp>
    </p:spTree>
    <p:extLst>
      <p:ext uri="{BB962C8B-B14F-4D97-AF65-F5344CB8AC3E}">
        <p14:creationId xmlns:p14="http://schemas.microsoft.com/office/powerpoint/2010/main" val="76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8369844-B327-4D49-98E4-827203ADF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15249AA-E70E-4DAE-A265-2E3DE9D7C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D16B149-ADB4-41B1-A60E-1A0358879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B53998E5-48EB-4528-87CF-792F41468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25">
              <a:extLst>
                <a:ext uri="{FF2B5EF4-FFF2-40B4-BE49-F238E27FC236}">
                  <a16:creationId xmlns:a16="http://schemas.microsoft.com/office/drawing/2014/main" id="{870554EF-7AD0-4B55-9FFF-38E8FA108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2CB215DE-9630-439F-A0A9-1D96839C5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F73C83A3-9645-481D-A4C0-430939918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Rectangle 28">
              <a:extLst>
                <a:ext uri="{FF2B5EF4-FFF2-40B4-BE49-F238E27FC236}">
                  <a16:creationId xmlns:a16="http://schemas.microsoft.com/office/drawing/2014/main" id="{2FA98AB7-2E6E-4C28-BB73-33EA56364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C11A2791-813E-4B8A-BE6F-BF3F8979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6DFFDA6E-1AB0-456D-9AFE-6CA686043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3E3E1654-1512-4D06-9969-80D50078F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5339A0-6621-415B-AF85-CC2FF09E3792}"/>
              </a:ext>
            </a:extLst>
          </p:cNvPr>
          <p:cNvGrpSpPr/>
          <p:nvPr/>
        </p:nvGrpSpPr>
        <p:grpSpPr>
          <a:xfrm>
            <a:off x="1595171" y="346661"/>
            <a:ext cx="2358764" cy="1931040"/>
            <a:chOff x="1327120" y="1879206"/>
            <a:chExt cx="2376654" cy="2546410"/>
          </a:xfrm>
        </p:grpSpPr>
        <p:pic>
          <p:nvPicPr>
            <p:cNvPr id="22" name="Graphic 21" descr="Address Book outline">
              <a:extLst>
                <a:ext uri="{FF2B5EF4-FFF2-40B4-BE49-F238E27FC236}">
                  <a16:creationId xmlns:a16="http://schemas.microsoft.com/office/drawing/2014/main" id="{13E08C58-F7B4-4792-904C-DC271B5C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4877" y="2371781"/>
              <a:ext cx="2053835" cy="2053835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E0DC61-EECF-48C1-B89B-B4650EFB3A65}"/>
                </a:ext>
              </a:extLst>
            </p:cNvPr>
            <p:cNvSpPr txBox="1"/>
            <p:nvPr/>
          </p:nvSpPr>
          <p:spPr>
            <a:xfrm>
              <a:off x="1327120" y="1879206"/>
              <a:ext cx="237665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TEMA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924A496-FA70-4A02-B3C6-336D77F9D033}"/>
              </a:ext>
            </a:extLst>
          </p:cNvPr>
          <p:cNvGrpSpPr/>
          <p:nvPr/>
        </p:nvGrpSpPr>
        <p:grpSpPr>
          <a:xfrm>
            <a:off x="4673829" y="346661"/>
            <a:ext cx="3007348" cy="1926806"/>
            <a:chOff x="4089420" y="1879206"/>
            <a:chExt cx="3044413" cy="2558316"/>
          </a:xfrm>
        </p:grpSpPr>
        <p:pic>
          <p:nvPicPr>
            <p:cNvPr id="49" name="Graphic 8" descr="Abacus outline">
              <a:extLst>
                <a:ext uri="{FF2B5EF4-FFF2-40B4-BE49-F238E27FC236}">
                  <a16:creationId xmlns:a16="http://schemas.microsoft.com/office/drawing/2014/main" id="{9C328A21-95B1-46E7-9617-6D264DFA6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59118" y="2383687"/>
              <a:ext cx="2053835" cy="2053835"/>
            </a:xfrm>
            <a:prstGeom prst="rect">
              <a:avLst/>
            </a:prstGeom>
          </p:spPr>
        </p:pic>
        <p:sp>
          <p:nvSpPr>
            <p:cNvPr id="51" name="TextBox 53">
              <a:extLst>
                <a:ext uri="{FF2B5EF4-FFF2-40B4-BE49-F238E27FC236}">
                  <a16:creationId xmlns:a16="http://schemas.microsoft.com/office/drawing/2014/main" id="{01C73A2F-A65A-470D-B24F-55E73E23F663}"/>
                </a:ext>
              </a:extLst>
            </p:cNvPr>
            <p:cNvSpPr txBox="1"/>
            <p:nvPr/>
          </p:nvSpPr>
          <p:spPr>
            <a:xfrm>
              <a:off x="4089420" y="1879206"/>
              <a:ext cx="3044413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5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DIAGRAMA ACT.</a:t>
              </a:r>
            </a:p>
          </p:txBody>
        </p:sp>
      </p:grpSp>
      <p:sp>
        <p:nvSpPr>
          <p:cNvPr id="2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5B81F7-F264-49DD-87BA-7F47737EB68D}"/>
              </a:ext>
            </a:extLst>
          </p:cNvPr>
          <p:cNvSpPr txBox="1"/>
          <p:nvPr/>
        </p:nvSpPr>
        <p:spPr>
          <a:xfrm>
            <a:off x="9371012" y="6319666"/>
            <a:ext cx="4412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CHOOSE AN OPTION!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A3264-8A73-4B81-8D99-F16CEF02456D}"/>
              </a:ext>
            </a:extLst>
          </p:cNvPr>
          <p:cNvSpPr txBox="1"/>
          <p:nvPr/>
        </p:nvSpPr>
        <p:spPr>
          <a:xfrm>
            <a:off x="1281111" y="2581373"/>
            <a:ext cx="31753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dă un număr natural N.</a:t>
            </a:r>
          </a:p>
          <a:p>
            <a:r>
              <a:rPr lang="it-IT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cere să se afișeze toate elementele șirului lui Fibonacci mai mici sau egale cu N.</a:t>
            </a:r>
            <a:endParaRPr lang="en-US" sz="18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C949D-F770-4BA5-B73C-36C65C2A0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8173" y="2155900"/>
            <a:ext cx="2827464" cy="456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6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B1AF013-DA80-4231-953F-73D3BE3C749C}"/>
              </a:ext>
            </a:extLst>
          </p:cNvPr>
          <p:cNvGrpSpPr/>
          <p:nvPr/>
        </p:nvGrpSpPr>
        <p:grpSpPr>
          <a:xfrm>
            <a:off x="6600828" y="342153"/>
            <a:ext cx="2998408" cy="2073337"/>
            <a:chOff x="7442351" y="1879428"/>
            <a:chExt cx="3044413" cy="2558094"/>
          </a:xfrm>
        </p:grpSpPr>
        <p:pic>
          <p:nvPicPr>
            <p:cNvPr id="5" name="Graphic 23" descr="Architecture with solid fill">
              <a:extLst>
                <a:ext uri="{FF2B5EF4-FFF2-40B4-BE49-F238E27FC236}">
                  <a16:creationId xmlns:a16="http://schemas.microsoft.com/office/drawing/2014/main" id="{EF5202A1-AE6E-4AE5-BAE3-D1392CA08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87523" y="2509057"/>
              <a:ext cx="1928465" cy="1928465"/>
            </a:xfrm>
            <a:prstGeom prst="rect">
              <a:avLst/>
            </a:prstGeom>
          </p:spPr>
        </p:pic>
        <p:sp>
          <p:nvSpPr>
            <p:cNvPr id="6" name="TextBox 54">
              <a:extLst>
                <a:ext uri="{FF2B5EF4-FFF2-40B4-BE49-F238E27FC236}">
                  <a16:creationId xmlns:a16="http://schemas.microsoft.com/office/drawing/2014/main" id="{59267348-800E-4B66-8F27-04346B038131}"/>
                </a:ext>
              </a:extLst>
            </p:cNvPr>
            <p:cNvSpPr txBox="1"/>
            <p:nvPr/>
          </p:nvSpPr>
          <p:spPr>
            <a:xfrm>
              <a:off x="7442351" y="1879428"/>
              <a:ext cx="3044413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5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IMPLEMENTARE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6C07483-655D-4452-A2C2-9BF0502295AB}"/>
              </a:ext>
            </a:extLst>
          </p:cNvPr>
          <p:cNvSpPr txBox="1"/>
          <p:nvPr/>
        </p:nvSpPr>
        <p:spPr>
          <a:xfrm>
            <a:off x="579344" y="258176"/>
            <a:ext cx="541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Programul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fost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realizat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limbajul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Codul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sursa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2E376-F322-4671-B355-8473E1257940}"/>
              </a:ext>
            </a:extLst>
          </p:cNvPr>
          <p:cNvSpPr txBox="1"/>
          <p:nvPr/>
        </p:nvSpPr>
        <p:spPr>
          <a:xfrm>
            <a:off x="337297" y="5173845"/>
            <a:ext cx="7193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urma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rularii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programului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n=200 se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afisa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urmatorul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8F1AD34-1376-41EF-B281-87FB5BF8022F}"/>
              </a:ext>
            </a:extLst>
          </p:cNvPr>
          <p:cNvCxnSpPr/>
          <p:nvPr/>
        </p:nvCxnSpPr>
        <p:spPr>
          <a:xfrm>
            <a:off x="5591174" y="5647765"/>
            <a:ext cx="1356473" cy="546847"/>
          </a:xfrm>
          <a:prstGeom prst="bentConnector3">
            <a:avLst>
              <a:gd name="adj1" fmla="val -22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51B2BD1-10C6-4D33-A1B8-79700692F76C}"/>
              </a:ext>
            </a:extLst>
          </p:cNvPr>
          <p:cNvCxnSpPr>
            <a:cxnSpLocks/>
          </p:cNvCxnSpPr>
          <p:nvPr/>
        </p:nvCxnSpPr>
        <p:spPr>
          <a:xfrm>
            <a:off x="1030940" y="1037823"/>
            <a:ext cx="1156448" cy="495142"/>
          </a:xfrm>
          <a:prstGeom prst="bentConnector3">
            <a:avLst>
              <a:gd name="adj1" fmla="val 38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2712952-D2B0-4DE5-90C6-822BC4621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74" y="1015434"/>
            <a:ext cx="2939902" cy="3775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B1108E-1D6E-4D69-ADF2-52507950C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427" y="3111466"/>
            <a:ext cx="3461121" cy="340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95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45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95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3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8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5DA9DD-31C8-49AE-922E-AABAC12B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1578133"/>
            <a:ext cx="4335468" cy="28755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Mulțumesc pentru vizionare!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B5A68-9F60-4631-A455-2EDC4F6D6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2214285"/>
            <a:ext cx="3280613" cy="270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9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171</TotalTime>
  <Words>88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 Light</vt:lpstr>
      <vt:lpstr>Times New Roman</vt:lpstr>
      <vt:lpstr>Trebuchet MS</vt:lpstr>
      <vt:lpstr>Wingdings 3</vt:lpstr>
      <vt:lpstr>Facet</vt:lpstr>
      <vt:lpstr>PROIECT SINCRETIC 1B</vt:lpstr>
      <vt:lpstr>PowerPoint Presentation</vt:lpstr>
      <vt:lpstr>PowerPoint Presentation</vt:lpstr>
      <vt:lpstr>Mulțumesc pentru vizionare!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SINCRETIC 1B</dc:title>
  <dc:creator>Cristina Spineanu</dc:creator>
  <cp:lastModifiedBy>Cristina Spineanu</cp:lastModifiedBy>
  <cp:revision>20</cp:revision>
  <dcterms:created xsi:type="dcterms:W3CDTF">2022-03-17T12:58:50Z</dcterms:created>
  <dcterms:modified xsi:type="dcterms:W3CDTF">2022-03-31T11:30:10Z</dcterms:modified>
</cp:coreProperties>
</file>